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AAD7EBE-C458-4A86-BE07-B3AE6BBE88CC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A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CC9F6-EB85-4B03-A01F-E86DFB4C90F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2B442-489F-4BC7-83BD-DACA6AD17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94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2B442-489F-4BC7-83BD-DACA6AD1763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597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70474-AD2D-A80C-EF5B-6B7041A70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23DD9-9B29-CBEB-4CA3-661E991AD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11956-036A-7DBF-4819-112592ED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09CA3-C911-2662-3C5F-BA225422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129EB-C1E0-D433-0EC7-BBE05A4A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82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A85C-9405-57C6-516C-DD979CC7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EED75-03E1-CC6A-D883-EBEE1F47C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51B9B-7BC8-C35D-D854-2F936149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D5070-8DAA-ABE7-F31B-DBBDEA64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3345E-04B9-1310-A815-0A1149F0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74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97BA-FDCA-73C2-5918-F4D4F7CC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B8177-C990-D530-03EE-6B4A3147C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7F6D6-20D1-8C36-A9DB-6A8611671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3311C-799A-E297-208E-ECDC2914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33AB8-5AAB-8528-22E5-6322E286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43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FB32-34E0-C9C5-AC14-307C54F2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A0BD5-4755-DB61-EAB8-04FC9E4CF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43779-C206-D82C-990A-CCA73E5FC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FA78F-F39C-C61B-3C86-CF6F5EE1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D4271-0291-5722-2763-5EB6FC35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96C8-CD73-000C-D0A9-A565CFCB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9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6637-6DFF-798B-D84A-A68CBEE11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760C8-2BB6-25B4-1965-FAB7D913E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6E93C-56C0-6683-3FB8-61908316A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CDB7D-F570-8AE2-39E6-612B74638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4603D-732D-AD7F-064D-5E5D1882A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09431-5DA0-DDF0-F839-55E032A1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AD4DD-5375-EF7E-E705-CD6BB909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CDEB89-B18F-1ABC-1F3D-6B64F86B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83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8FBC-51EE-0F3E-896F-471FF54F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9B2E4-169D-4929-71C1-C1E0546C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A1DCC-FAB3-EFEF-FD7B-C054C452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C18DF-4068-DF2C-C361-7E3065D7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16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935CB-3231-DFAA-34DB-2FAD8600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8D49F-E7BA-C26B-496A-FF2EE4FE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40A29-66A5-B220-8775-83C41A30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1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5FE5A-43B5-DB97-A879-BA7A402E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790DB-63A1-31F4-E24C-92FA0F36F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F52AB-9C31-445E-78C4-FBAB6C227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219A5-6B6E-ACFF-BDA2-ECBB4E91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2B75C-AC8D-F2D9-AD7F-4FBB0240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A384B-A9DF-7F0D-CD76-A88D4C26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34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FC44-AF02-9811-C34A-C4CC3FC9A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B84B2-ACEC-A51F-6C35-C8F6FB68E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ECFB1-8DF0-5B0A-C788-1837CD582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53D25-FF24-A0E9-687B-6BFAD354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380BC-6E06-7F39-6CBE-AF4F73B2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9785E-AA5E-739B-8085-86F763CB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53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72BC-94D1-DB0E-A563-A3FC0C99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E2CA6-AB62-2F5B-8389-48EFBD075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F444B-51D2-B4A7-6CF4-ED41DAD1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6CF97-35FA-91BF-08EF-932BB0C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6BE1-26EE-151A-816F-3EF342C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55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87AE9-3DA7-1A55-EDDB-60B1E297F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D710F-797A-F24B-7623-78DF67127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0F243-2224-860B-5BFA-FFAFA664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39C2A-B1AC-4BBE-8A45-65CE5C18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91D6B-03D7-3DBB-2218-B5923EAD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7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999AD-C987-6186-827C-A0A96366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7C863-817E-3920-7C26-5BD1AB452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F4129-F4BE-AF27-605E-76D642AE2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8E8F0-C187-478C-B4EF-4B70935EFBB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770AA-B52B-37FB-46DA-B70D7D3A4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B3023-82D6-2B8E-AE59-E93E3050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D748F-F2B4-41A4-9E52-BC383FB751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47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  <a:alpha val="1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B633C5C-9AC4-1C7C-1945-3FD114321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384" y="-90949"/>
            <a:ext cx="12349421" cy="7039897"/>
          </a:xfrm>
          <a:prstGeom prst="rect">
            <a:avLst/>
          </a:prstGeom>
        </p:spPr>
      </p:pic>
      <p:sp>
        <p:nvSpPr>
          <p:cNvPr id="7" name="Half Frame 6">
            <a:extLst>
              <a:ext uri="{FF2B5EF4-FFF2-40B4-BE49-F238E27FC236}">
                <a16:creationId xmlns:a16="http://schemas.microsoft.com/office/drawing/2014/main" id="{CC0E8B2B-41C5-88A2-6800-D16211DFE0BA}"/>
              </a:ext>
            </a:extLst>
          </p:cNvPr>
          <p:cNvSpPr/>
          <p:nvPr/>
        </p:nvSpPr>
        <p:spPr>
          <a:xfrm>
            <a:off x="0" y="0"/>
            <a:ext cx="4542503" cy="4493342"/>
          </a:xfrm>
          <a:prstGeom prst="halfFrame">
            <a:avLst>
              <a:gd name="adj1" fmla="val 6976"/>
              <a:gd name="adj2" fmla="val 732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22FCC049-3946-C9CE-15DD-38647DD0DD15}"/>
              </a:ext>
            </a:extLst>
          </p:cNvPr>
          <p:cNvSpPr/>
          <p:nvPr/>
        </p:nvSpPr>
        <p:spPr>
          <a:xfrm rot="10800000">
            <a:off x="7649497" y="2364658"/>
            <a:ext cx="4542503" cy="4493342"/>
          </a:xfrm>
          <a:prstGeom prst="halfFrame">
            <a:avLst>
              <a:gd name="adj1" fmla="val 6976"/>
              <a:gd name="adj2" fmla="val 732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25EB6B1-F352-3BAF-C537-5C240A0E0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5" y="1104159"/>
            <a:ext cx="9144000" cy="90554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TRANSDICIPLINARY  PROJECT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2732CBD5-E190-9214-86FA-C5F5F8C4E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302" y="2523232"/>
            <a:ext cx="11211950" cy="1781439"/>
          </a:xfrm>
        </p:spPr>
        <p:txBody>
          <a:bodyPr>
            <a:normAutofit/>
          </a:bodyPr>
          <a:lstStyle/>
          <a:p>
            <a:r>
              <a:rPr lang="en-US" sz="3200" b="1" spc="-5" dirty="0">
                <a:solidFill>
                  <a:srgbClr val="CC3A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Impact of Cyberbullying on Psychological and Mental health</a:t>
            </a:r>
            <a:endParaRPr lang="en-IN" sz="3200" dirty="0">
              <a:solidFill>
                <a:srgbClr val="CC3A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3200" dirty="0">
              <a:solidFill>
                <a:srgbClr val="CC3A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F3B6DC-3B5F-399D-8B18-4977C49BC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030" y="0"/>
            <a:ext cx="2601622" cy="13008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C154E6-61F4-FD5E-D8AF-52DBE83312AB}"/>
              </a:ext>
            </a:extLst>
          </p:cNvPr>
          <p:cNvCxnSpPr>
            <a:cxnSpLocks/>
          </p:cNvCxnSpPr>
          <p:nvPr/>
        </p:nvCxnSpPr>
        <p:spPr>
          <a:xfrm>
            <a:off x="1386349" y="2246671"/>
            <a:ext cx="9606116" cy="0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Subtitle 12">
            <a:extLst>
              <a:ext uri="{FF2B5EF4-FFF2-40B4-BE49-F238E27FC236}">
                <a16:creationId xmlns:a16="http://schemas.microsoft.com/office/drawing/2014/main" id="{D63FB503-0BC1-2AF4-1365-69813B771BFE}"/>
              </a:ext>
            </a:extLst>
          </p:cNvPr>
          <p:cNvSpPr txBox="1">
            <a:spLocks/>
          </p:cNvSpPr>
          <p:nvPr/>
        </p:nvSpPr>
        <p:spPr>
          <a:xfrm>
            <a:off x="113241" y="4138394"/>
            <a:ext cx="6559790" cy="2601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Submitted By :</a:t>
            </a:r>
          </a:p>
          <a:p>
            <a:r>
              <a:rPr lang="en-IN" dirty="0"/>
              <a:t>PIYUSH KUMAR (24TEC2CS114)</a:t>
            </a:r>
          </a:p>
          <a:p>
            <a:r>
              <a:rPr lang="en-IN" dirty="0"/>
              <a:t>BIKKI KUMAR (24MGT2BB031)</a:t>
            </a:r>
          </a:p>
          <a:p>
            <a:r>
              <a:rPr lang="en-IN" dirty="0"/>
              <a:t>AMAN OJHA (24TEC2CSAI002)</a:t>
            </a:r>
          </a:p>
          <a:p>
            <a:r>
              <a:rPr lang="en-IN" dirty="0"/>
              <a:t>MD MUNNA </a:t>
            </a:r>
            <a:r>
              <a:rPr lang="en-IN"/>
              <a:t>(24TEC2CSML174)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0" name="Subtitle 12">
            <a:extLst>
              <a:ext uri="{FF2B5EF4-FFF2-40B4-BE49-F238E27FC236}">
                <a16:creationId xmlns:a16="http://schemas.microsoft.com/office/drawing/2014/main" id="{2FA37862-0C65-D613-209E-72D0D5B4D227}"/>
              </a:ext>
            </a:extLst>
          </p:cNvPr>
          <p:cNvSpPr txBox="1">
            <a:spLocks/>
          </p:cNvSpPr>
          <p:nvPr/>
        </p:nvSpPr>
        <p:spPr>
          <a:xfrm>
            <a:off x="6094326" y="4138395"/>
            <a:ext cx="589426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Submitted To:</a:t>
            </a:r>
          </a:p>
          <a:p>
            <a:r>
              <a:rPr lang="en-US" sz="2800" b="1" spc="-5" dirty="0">
                <a:latin typeface="Times New Roman" panose="02020603050405020304" pitchFamily="18" charset="0"/>
              </a:rPr>
              <a:t>Dr. Surbhi Dhadda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49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ABEF-C316-4E44-FB20-B65B635F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C81B2-46FC-4AA4-3783-5026424C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84" y="-90949"/>
            <a:ext cx="12349421" cy="7039897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18040AF-F714-A40D-B922-7EA4079FDE2F}"/>
              </a:ext>
            </a:extLst>
          </p:cNvPr>
          <p:cNvSpPr/>
          <p:nvPr/>
        </p:nvSpPr>
        <p:spPr>
          <a:xfrm>
            <a:off x="0" y="0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1316473C-2049-DDB4-5E7C-EB1A074A8589}"/>
              </a:ext>
            </a:extLst>
          </p:cNvPr>
          <p:cNvSpPr/>
          <p:nvPr/>
        </p:nvSpPr>
        <p:spPr>
          <a:xfrm>
            <a:off x="7796981" y="6543368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F6632E-7FDD-4833-BAC3-88219AE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Cyberbullying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32D7E0-4135-43F3-A4D9-68E529670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56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is online harassment that negatively affects mental health.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happens on social media, messaging apps, and online forums.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explores how cyberbullying leads to stress, anxiety, and self-esteem issues.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4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ABEF-C316-4E44-FB20-B65B635F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C81B2-46FC-4AA4-3783-5026424C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84" y="-90949"/>
            <a:ext cx="12349421" cy="7039897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18040AF-F714-A40D-B922-7EA4079FDE2F}"/>
              </a:ext>
            </a:extLst>
          </p:cNvPr>
          <p:cNvSpPr/>
          <p:nvPr/>
        </p:nvSpPr>
        <p:spPr>
          <a:xfrm>
            <a:off x="0" y="0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1316473C-2049-DDB4-5E7C-EB1A074A8589}"/>
              </a:ext>
            </a:extLst>
          </p:cNvPr>
          <p:cNvSpPr/>
          <p:nvPr/>
        </p:nvSpPr>
        <p:spPr>
          <a:xfrm>
            <a:off x="7796981" y="6543368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F6632E-7FDD-4833-BAC3-88219AE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due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2A3EE-DA50-4E38-A80F-9C4CA7F83D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5586" y="1961046"/>
            <a:ext cx="1041821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is increasing with the rise of digital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Victims often feel isolated, anxious, and depressed.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cases go unreported, and there is a lack of proper support systems. </a:t>
            </a:r>
          </a:p>
        </p:txBody>
      </p:sp>
    </p:spTree>
    <p:extLst>
      <p:ext uri="{BB962C8B-B14F-4D97-AF65-F5344CB8AC3E}">
        <p14:creationId xmlns:p14="http://schemas.microsoft.com/office/powerpoint/2010/main" val="199542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ABEF-C316-4E44-FB20-B65B635F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C81B2-46FC-4AA4-3783-5026424C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84" y="-90949"/>
            <a:ext cx="12349421" cy="7039897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18040AF-F714-A40D-B922-7EA4079FDE2F}"/>
              </a:ext>
            </a:extLst>
          </p:cNvPr>
          <p:cNvSpPr/>
          <p:nvPr/>
        </p:nvSpPr>
        <p:spPr>
          <a:xfrm>
            <a:off x="0" y="0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1316473C-2049-DDB4-5E7C-EB1A074A8589}"/>
              </a:ext>
            </a:extLst>
          </p:cNvPr>
          <p:cNvSpPr/>
          <p:nvPr/>
        </p:nvSpPr>
        <p:spPr>
          <a:xfrm>
            <a:off x="7796981" y="6543368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F6632E-7FDD-4833-BAC3-88219AE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our Project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812E-5EE8-4DB0-BAF3-BB32ED6F9D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5832" y="1439372"/>
            <a:ext cx="91486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cyberbullying affects mental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from survey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 solutions for awareness and better support systems. </a:t>
            </a:r>
          </a:p>
        </p:txBody>
      </p:sp>
    </p:spTree>
    <p:extLst>
      <p:ext uri="{BB962C8B-B14F-4D97-AF65-F5344CB8AC3E}">
        <p14:creationId xmlns:p14="http://schemas.microsoft.com/office/powerpoint/2010/main" val="419283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ABEF-C316-4E44-FB20-B65B635F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C81B2-46FC-4AA4-3783-5026424C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84" y="-90949"/>
            <a:ext cx="12349421" cy="7039897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18040AF-F714-A40D-B922-7EA4079FDE2F}"/>
              </a:ext>
            </a:extLst>
          </p:cNvPr>
          <p:cNvSpPr/>
          <p:nvPr/>
        </p:nvSpPr>
        <p:spPr>
          <a:xfrm>
            <a:off x="0" y="0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1316473C-2049-DDB4-5E7C-EB1A074A8589}"/>
              </a:ext>
            </a:extLst>
          </p:cNvPr>
          <p:cNvSpPr/>
          <p:nvPr/>
        </p:nvSpPr>
        <p:spPr>
          <a:xfrm>
            <a:off x="7796981" y="6543368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F6632E-7FDD-4833-BAC3-88219AE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812E-5EE8-4DB0-BAF3-BB32ED6F9D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27906"/>
            <a:ext cx="10798149" cy="4566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survey-based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used to collect real experiences.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which will be gathered from victims and analyzed to find common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patterns, what is the actual reason behind these all and what is missing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from victims side for the cause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focuses on understanding the psychological effects.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498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ABEF-C316-4E44-FB20-B65B635F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C81B2-46FC-4AA4-3783-5026424C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84" y="-90949"/>
            <a:ext cx="12349421" cy="7039897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18040AF-F714-A40D-B922-7EA4079FDE2F}"/>
              </a:ext>
            </a:extLst>
          </p:cNvPr>
          <p:cNvSpPr/>
          <p:nvPr/>
        </p:nvSpPr>
        <p:spPr>
          <a:xfrm>
            <a:off x="0" y="0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1316473C-2049-DDB4-5E7C-EB1A074A8589}"/>
              </a:ext>
            </a:extLst>
          </p:cNvPr>
          <p:cNvSpPr/>
          <p:nvPr/>
        </p:nvSpPr>
        <p:spPr>
          <a:xfrm>
            <a:off x="7796981" y="6543368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F6632E-7FDD-4833-BAC3-88219AE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and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3DBB14F-A779-47D4-A5E3-46418B8792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4714" y="1389490"/>
            <a:ext cx="1172853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victims suffer from stress, anxiety, and depression due to cyberbullying.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withdrawal and low self-esteem are common effects.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victims do not report incidents due to fear or lack 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awareness. </a:t>
            </a:r>
          </a:p>
        </p:txBody>
      </p:sp>
    </p:spTree>
    <p:extLst>
      <p:ext uri="{BB962C8B-B14F-4D97-AF65-F5344CB8AC3E}">
        <p14:creationId xmlns:p14="http://schemas.microsoft.com/office/powerpoint/2010/main" val="292603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ABEF-C316-4E44-FB20-B65B635F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C81B2-46FC-4AA4-3783-5026424C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84" y="-90949"/>
            <a:ext cx="12349421" cy="7039897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18040AF-F714-A40D-B922-7EA4079FDE2F}"/>
              </a:ext>
            </a:extLst>
          </p:cNvPr>
          <p:cNvSpPr/>
          <p:nvPr/>
        </p:nvSpPr>
        <p:spPr>
          <a:xfrm>
            <a:off x="0" y="0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1316473C-2049-DDB4-5E7C-EB1A074A8589}"/>
              </a:ext>
            </a:extLst>
          </p:cNvPr>
          <p:cNvSpPr/>
          <p:nvPr/>
        </p:nvSpPr>
        <p:spPr>
          <a:xfrm>
            <a:off x="7796981" y="6543368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F6632E-7FDD-4833-BAC3-88219AE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for the Cause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330D0-E4AD-4770-AB25-3324D98BCD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80389"/>
            <a:ext cx="1118381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awareness campaigns about the effects of cyberbullying.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cyber laws and reporting mechanisms.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counseling &amp; mental health support in schools and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workplaces.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digital literacy to help individuals handle online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harassment.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platform to </a:t>
            </a:r>
            <a:r>
              <a:rPr lang="en-US" altLang="en-US" dirty="0">
                <a:latin typeface="Arial" panose="020B0604020202020204" pitchFamily="34" charset="0"/>
              </a:rPr>
              <a:t>get regularly updated and share the cases related to these for the solution and to reduce the cyberbullying.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4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ABEF-C316-4E44-FB20-B65B635F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C81B2-46FC-4AA4-3783-5026424C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84" y="-90949"/>
            <a:ext cx="12349421" cy="7039897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E18040AF-F714-A40D-B922-7EA4079FDE2F}"/>
              </a:ext>
            </a:extLst>
          </p:cNvPr>
          <p:cNvSpPr/>
          <p:nvPr/>
        </p:nvSpPr>
        <p:spPr>
          <a:xfrm>
            <a:off x="0" y="0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1316473C-2049-DDB4-5E7C-EB1A074A8589}"/>
              </a:ext>
            </a:extLst>
          </p:cNvPr>
          <p:cNvSpPr/>
          <p:nvPr/>
        </p:nvSpPr>
        <p:spPr>
          <a:xfrm>
            <a:off x="7796981" y="6543368"/>
            <a:ext cx="4395019" cy="314632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F6632E-7FDD-4833-BAC3-88219AE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F7E286-9493-4B29-A987-A2FA8CB5CD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64013"/>
            <a:ext cx="10515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Cyberbullying has a serious impact on mental health and well-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awareness, education, and mental health support 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needed to help victims.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studies should focus on long-term psychological effects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better intervention strategies. </a:t>
            </a:r>
          </a:p>
        </p:txBody>
      </p:sp>
    </p:spTree>
    <p:extLst>
      <p:ext uri="{BB962C8B-B14F-4D97-AF65-F5344CB8AC3E}">
        <p14:creationId xmlns:p14="http://schemas.microsoft.com/office/powerpoint/2010/main" val="404043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362</Words>
  <Application>Microsoft Office PowerPoint</Application>
  <PresentationFormat>Widescreen</PresentationFormat>
  <Paragraphs>68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TRANSDICIPLINARY  PROJECT</vt:lpstr>
      <vt:lpstr>Introduction to Cyberbullying</vt:lpstr>
      <vt:lpstr>Problem due to Cyberbullying</vt:lpstr>
      <vt:lpstr>Objectives of our Project</vt:lpstr>
      <vt:lpstr>Research and Methodology</vt:lpstr>
      <vt:lpstr>Findings and Analysis</vt:lpstr>
      <vt:lpstr>Proposed Solution for the Cause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TRANSDICIPLINARY  PROJECT</dc:title>
  <dc:creator>Piyush Kumar</dc:creator>
  <cp:lastModifiedBy>PIYUSH KUMAR</cp:lastModifiedBy>
  <cp:revision>8</cp:revision>
  <dcterms:created xsi:type="dcterms:W3CDTF">2025-02-26T18:42:03Z</dcterms:created>
  <dcterms:modified xsi:type="dcterms:W3CDTF">2026-05-05T09:42:41Z</dcterms:modified>
</cp:coreProperties>
</file>